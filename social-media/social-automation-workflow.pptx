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2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Hands-Off Social Media Engine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56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every post flows from idea to published across all platforms - and loops back into what we make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3212" y="169164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EAF1FC"/>
          </a:solidFill>
          <a:ln/>
          <a:effectLst>
            <a:outerShdw sx="100000" sy="100000" kx="0" ky="0" algn="bl" rotWithShape="0" blurRad="76200" dist="38100" dir="5400000">
              <a:srgbClr val="1E5BC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6444" y="1874520"/>
            <a:ext cx="585216" cy="585216"/>
          </a:xfrm>
          <a:prstGeom prst="ellipse">
            <a:avLst/>
          </a:prstGeom>
          <a:solidFill>
            <a:srgbClr val="1E5BC6"/>
          </a:solidFill>
          <a:ln/>
        </p:spPr>
      </p:sp>
      <p:sp>
        <p:nvSpPr>
          <p:cNvPr id="6" name="Text 4"/>
          <p:cNvSpPr/>
          <p:nvPr/>
        </p:nvSpPr>
        <p:spPr>
          <a:xfrm>
            <a:off x="1266444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6364" y="25877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2940" y="2916936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6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the captions; the pipeline renders on-brand graphics.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46604" y="2446020"/>
            <a:ext cx="274320" cy="274320"/>
          </a:xfrm>
          <a:prstGeom prst="chevron">
            <a:avLst/>
          </a:prstGeom>
          <a:solidFill>
            <a:srgbClr val="1E5BC6"/>
          </a:solidFill>
          <a:ln/>
        </p:spPr>
      </p:sp>
      <p:sp>
        <p:nvSpPr>
          <p:cNvPr id="10" name="Shape 8"/>
          <p:cNvSpPr/>
          <p:nvPr/>
        </p:nvSpPr>
        <p:spPr>
          <a:xfrm>
            <a:off x="2820924" y="169164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EAF1FC"/>
          </a:solidFill>
          <a:ln/>
          <a:effectLst>
            <a:outerShdw sx="100000" sy="100000" kx="0" ky="0" algn="bl" rotWithShape="0" blurRad="76200" dist="38100" dir="5400000">
              <a:srgbClr val="1E5BC6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34156" y="1874520"/>
            <a:ext cx="585216" cy="585216"/>
          </a:xfrm>
          <a:prstGeom prst="ellipse">
            <a:avLst/>
          </a:prstGeom>
          <a:solidFill>
            <a:srgbClr val="1E5BC6"/>
          </a:solidFill>
          <a:ln/>
        </p:spPr>
      </p:sp>
      <p:sp>
        <p:nvSpPr>
          <p:cNvPr id="12" name="Text 10"/>
          <p:cNvSpPr/>
          <p:nvPr/>
        </p:nvSpPr>
        <p:spPr>
          <a:xfrm>
            <a:off x="3534156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94076" y="25877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CHECK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30652" y="2916936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6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checks: links work, captions fit, images render.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14316" y="2446020"/>
            <a:ext cx="274320" cy="274320"/>
          </a:xfrm>
          <a:prstGeom prst="chevron">
            <a:avLst/>
          </a:prstGeom>
          <a:solidFill>
            <a:srgbClr val="1E5BC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88636" y="169164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EAF1FC"/>
          </a:solidFill>
          <a:ln/>
          <a:effectLst>
            <a:outerShdw sx="100000" sy="100000" kx="0" ky="0" algn="bl" rotWithShape="0" blurRad="76200" dist="38100" dir="5400000">
              <a:srgbClr val="1E5BC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1868" y="1874520"/>
            <a:ext cx="585216" cy="585216"/>
          </a:xfrm>
          <a:prstGeom prst="ellipse">
            <a:avLst/>
          </a:prstGeom>
          <a:solidFill>
            <a:srgbClr val="1E5BC6"/>
          </a:solidFill>
          <a:ln/>
        </p:spPr>
      </p:sp>
      <p:sp>
        <p:nvSpPr>
          <p:cNvPr id="18" name="Text 16"/>
          <p:cNvSpPr/>
          <p:nvPr/>
        </p:nvSpPr>
        <p:spPr>
          <a:xfrm>
            <a:off x="5801868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161788" y="25877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&amp; POST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98364" y="2916936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6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 publishes to every platform on a set schedule.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82028" y="2446020"/>
            <a:ext cx="274320" cy="274320"/>
          </a:xfrm>
          <a:prstGeom prst="chevron">
            <a:avLst/>
          </a:prstGeom>
          <a:solidFill>
            <a:srgbClr val="1E5BC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56348" y="169164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EAF1FC"/>
          </a:solidFill>
          <a:ln/>
          <a:effectLst>
            <a:outerShdw sx="100000" sy="100000" kx="0" ky="0" algn="bl" rotWithShape="0" blurRad="76200" dist="38100" dir="5400000">
              <a:srgbClr val="1E5BC6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9580" y="1874520"/>
            <a:ext cx="585216" cy="585216"/>
          </a:xfrm>
          <a:prstGeom prst="ellipse">
            <a:avLst/>
          </a:prstGeom>
          <a:solidFill>
            <a:srgbClr val="1E5BC6"/>
          </a:solidFill>
          <a:ln/>
        </p:spPr>
      </p:sp>
      <p:sp>
        <p:nvSpPr>
          <p:cNvPr id="24" name="Text 22"/>
          <p:cNvSpPr/>
          <p:nvPr/>
        </p:nvSpPr>
        <p:spPr>
          <a:xfrm>
            <a:off x="8069580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429500" y="25877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66076" y="2916936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6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Auto-replies to comments &amp; DMs, on-brand and on time.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49740" y="2446020"/>
            <a:ext cx="274320" cy="274320"/>
          </a:xfrm>
          <a:prstGeom prst="chevron">
            <a:avLst/>
          </a:prstGeom>
          <a:solidFill>
            <a:srgbClr val="1E5BC6"/>
          </a:solidFill>
          <a:ln/>
        </p:spPr>
      </p:sp>
      <p:sp>
        <p:nvSpPr>
          <p:cNvPr id="28" name="Shape 26"/>
          <p:cNvSpPr/>
          <p:nvPr/>
        </p:nvSpPr>
        <p:spPr>
          <a:xfrm>
            <a:off x="9624060" y="169164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EAF1FC"/>
          </a:solidFill>
          <a:ln/>
          <a:effectLst>
            <a:outerShdw sx="100000" sy="100000" kx="0" ky="0" algn="bl" rotWithShape="0" blurRad="76200" dist="38100" dir="5400000">
              <a:srgbClr val="1E5BC6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37292" y="1874520"/>
            <a:ext cx="585216" cy="585216"/>
          </a:xfrm>
          <a:prstGeom prst="ellipse">
            <a:avLst/>
          </a:prstGeom>
          <a:solidFill>
            <a:srgbClr val="1E5BC6"/>
          </a:solidFill>
          <a:ln/>
        </p:spPr>
      </p:sp>
      <p:sp>
        <p:nvSpPr>
          <p:cNvPr id="30" name="Text 28"/>
          <p:cNvSpPr/>
          <p:nvPr/>
        </p:nvSpPr>
        <p:spPr>
          <a:xfrm>
            <a:off x="10337292" y="18745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697212" y="25877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33788" y="2916936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56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data feeds straight back into the next posts.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36393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5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review layer sits between draft and publish - phased out over time toward full autonomy.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4160520"/>
            <a:ext cx="11183112" cy="2286000"/>
          </a:xfrm>
          <a:prstGeom prst="roundRect">
            <a:avLst>
              <a:gd name="adj" fmla="val 5600"/>
            </a:avLst>
          </a:prstGeom>
          <a:solidFill>
            <a:srgbClr val="EAF1FC"/>
          </a:solidFill>
          <a:ln/>
          <a:effectLst>
            <a:outerShdw sx="100000" sy="100000" kx="0" ky="0" algn="bl" rotWithShape="0" blurRad="76200" dist="38100" dir="5400000">
              <a:srgbClr val="1E5BC6">
                <a:alpha val="2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686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IN THE STACK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47548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49040" y="475488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 ·  Python pipeline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50840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&amp; ENGAGE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49040" y="50840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Ayrshare API  (posting + comment / DM replies)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54132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749040" y="54132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 (public image URLs)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8680" y="57424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749040" y="57424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 ·  LinkedIn  ·  X  ·  Facebook  ·  TikTok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68680" y="60716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749040" y="607161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5B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 ·  UTM links  ·  Platform insights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2026-08-12T13:18:14Z</dcterms:created>
  <dcterms:modified xsi:type="dcterms:W3CDTF">2026-08-12T13:18:14Z</dcterms:modified>
</cp:coreProperties>
</file>